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The Data Story with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Elaborate on Framework with 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Data Storytelling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Calibri"/>
              </a:defRPr>
            </a:pPr>
            <a:r>
              <a:t>Analytics Industry —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4114800"/>
            <a:ext cx="3044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FA0"/>
                </a:solidFill>
                <a:latin typeface="Calibri"/>
              </a:defRPr>
            </a:pPr>
            <a:r>
              <a:t>Prepared by Infinity Designs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Data 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12M data points → 3 actionable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Visualization cuts decision time by 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Story-driven reports: 4x engagement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Data literacy is the competitive advantage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Collect: Integrate all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Clean: Ensure quality &amp; 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Analyze: Find patterns &amp; anomalies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CE0"/>
                </a:solidFill>
                <a:latin typeface="Calibri"/>
              </a:defRPr>
            </a:pPr>
            <a:r>
              <a:t>▸  Visualize: Tell the story clearly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Metrics —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1099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3875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3875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$50M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7131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4196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4196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43%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4516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193+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91955" y="1645920"/>
            <a:ext cx="2286000" cy="1645920"/>
          </a:xfrm>
          <a:prstGeom prst="round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4835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FA0"/>
                </a:solidFill>
                <a:latin typeface="Calibri"/>
              </a:defRPr>
            </a:pPr>
            <a:r>
              <a:t>Satisfaction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4835" y="2194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Calibri"/>
              </a:defRPr>
            </a:pPr>
            <a:r>
              <a:t>91%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Storytelling Deck —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5276" y="137160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2B50D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+20%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+14%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85/100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95/100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+10</a:t>
                      </a:r>
                    </a:p>
                  </a:txBody>
                  <a:tcPr>
                    <a:solidFill>
                      <a:srgbClr val="1428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7FA0"/>
                </a:solidFill>
                <a:latin typeface="Calibri"/>
              </a:defRPr>
            </a:pPr>
            <a:r>
              <a:t>charliejnr38@gmail.com | Infinity Designs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