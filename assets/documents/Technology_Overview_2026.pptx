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Platform Architecture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Security &amp; Compliance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Technology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Technology Industry —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4114800"/>
            <a:ext cx="3044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Prepared by Infinity Designs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Cloud-native microservices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99.99% uptime multi-region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End-to-end encryption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API-first: 200+ public endpoints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SOC 2 Type II certified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GDPR and NDPR compliant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Annual penetration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Zero-trust security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Metrics —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387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387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$41M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131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419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419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496+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195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483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Satisfaction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483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Overview —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5276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+20%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charliejnr38@gmail.com | Infinity Designs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