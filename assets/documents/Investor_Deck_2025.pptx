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Financial Performance with real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Growth Strategy with real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Investor Relations Annual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Calibri"/>
              </a:defRPr>
            </a:pPr>
            <a:r>
              <a:t>Finance Industry — 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4114800"/>
            <a:ext cx="3044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FA0"/>
                </a:solidFill>
                <a:latin typeface="Calibri"/>
              </a:defRPr>
            </a:pPr>
            <a:r>
              <a:t>Prepared by Infinity Designs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Financial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Revenue: $185.2M (+28% YoY)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Net income: $42.3M (+34% YoY)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AUM: $2.8B (+33% YoY)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ROE: 21.5% vs 18.2% prior year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Growth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Digital banking: 500K user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3 new markets: Ghana, Kenya, Rwanda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Strategic acquisition pipeline: 2 targets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AI advisory services launch Q3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Metrics —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0995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3875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3875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$18M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71315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54196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4196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4516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Clients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188+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91955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74835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Satisfaction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4835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Investor Relations Annual Review —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65276" y="1371600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Performance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+20%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+14%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Quality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85/100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95/100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+10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FA0"/>
                </a:solidFill>
                <a:latin typeface="Calibri"/>
              </a:defRPr>
            </a:pPr>
            <a:r>
              <a:t>charliejnr38@gmail.com | Infinity Designs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