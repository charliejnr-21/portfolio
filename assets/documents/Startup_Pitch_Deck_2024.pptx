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$4.2B loss — this is the massive opportunity.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differentiator: vernacular language analytics — no one else does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urgency: the window of opportunity is closing.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TechNova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Calibri"/>
              </a:defRPr>
            </a:pPr>
            <a:r>
              <a:t>AI-Powered Business Analytics for Africa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840480"/>
            <a:ext cx="3044952" cy="45720"/>
          </a:xfrm>
          <a:prstGeom prst="rect">
            <a:avLst/>
          </a:prstGeom>
          <a:solidFill>
            <a:srgbClr val="2B5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B7FA0"/>
                </a:solidFill>
                <a:latin typeface="Calibri"/>
              </a:defRPr>
            </a:pPr>
            <a:r>
              <a:t>Series A Funding Pitch — March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African businesses lose $4.2B annually to poor data-driven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Only 12% of SMEs have access to affordable analytics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Existing solutions are Western-centric and ignore African business contexts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Data fragmentation across systems makes holistic analysis impossible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Lack of vernacular language support limits adoption in local markets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AI-powered analytics platform built specifically for African businesses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Real-time data integration from 50+ business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Vernacular language support (Yoruba, Hausa, Igbo, Swahili)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Affordable pricing: Starting at $29/month for SMEs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Mobile-first design for the African digital landscape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Market Opportunity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Traction &amp;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099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3875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Annual Recurring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3875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$1.2M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7131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4196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Enterprise Clients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4196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127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Countries 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9195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4835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Net Revenue Retention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4835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118%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10995" y="365760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3875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YoY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3875" y="42062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340%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71315" y="365760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4196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Platform Uptime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4196" y="42062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99.7%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SaaS subscription: $29–$499/month tiered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Enterprise contracts: $5K–$50K/year with custom integrations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API marketplace: 15% commission on third-party integrations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Data insights reports: Premium add-on at $199/month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Professional services: Implementation &amp; training at $150/hour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Use of Funds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65276" y="1371600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% Total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Product Development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$875K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AI engine v2.0, mobile SDK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Sales &amp; 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$750K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Expansion to 5 new markets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Team Expansion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$500K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Hire 15 engineers + 5 sales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$250K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Cloud scaling + security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Working Capital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$125K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Operational runway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Why Now?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African tech ecosystem reached critical mass — $6.1B VC in 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Smartphone penetration crossed 50% in Sub-Saharan Africa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Government digital transformation mandates accelerating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Competitive window narrowing — first mover advantage is time-sensitive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CEO: Former VP Engineering at Flutterwave — 15 years tech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CTO: PhD Machine Learning, ex-Google Brain — 12 years AI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COO: Ex-McKinsey Africa — 10 years operations 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VP Sales: Built Paystack's enterprise sales from 0 to 500 clients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Advisory Board: 3 former C-suite executives from Tier-1 banks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Let's Build the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4FF"/>
                </a:solidFill>
                <a:latin typeface="Calibri"/>
              </a:defRPr>
            </a:pPr>
            <a:r>
              <a:t>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B7FA0"/>
                </a:solidFill>
                <a:latin typeface="Calibri"/>
              </a:defRPr>
            </a:pPr>
            <a:r>
              <a:t>Contact: invest@technova.africa | +234 801 234 5678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