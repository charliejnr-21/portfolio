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Campaign Overview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Channel Strategy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Marketing Campaign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Consumer Goods Industry —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Campaign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Objective: 40% brand awareness increase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Target: Urban millennials 25-35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Budget: $2.4M across Q1-Q4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Channels: Social 45%, TV 25%, Digital 20%, Print 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Channel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Instagram: Daily stories + 3 weekly reels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TikTok: 2 weekly challenge videos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YouTube: Monthly mini-documentary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50 micro + 5 macro influencers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$46M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153+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Marketing Campaign Strategy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