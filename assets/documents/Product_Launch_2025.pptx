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Product Vision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Go-to-Market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Product Launch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E-Commerce Industry —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44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Prepared by Infinity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BrightCart 2.0: Intelligent shopping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AI-powered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Voice search in 4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Biometric instant checkout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Beta: Lagos &amp; Abuja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National rollout: Q3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Marketing budget: $1.8M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Target: 100K downloads in 90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—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$49M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31%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367+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88%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 Launch Presentation —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charliejnr38@gmail.com | Infinity Designs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