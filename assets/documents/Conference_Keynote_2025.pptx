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Future of Learning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Key Takeaways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Conference Keynote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Education Industry —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114800"/>
            <a:ext cx="3044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Prepared by Infinity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Future of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AI transforms education, doesn't replace teachers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Personalized learning for every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Bridging the digital divide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Technology for equitable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Invest in teacher training alongside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Design mobile-first, offline-capable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Local language content is non-negotiable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Measure outcomes, not just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—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387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387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$33M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131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419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32%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57+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95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3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88%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Conference Keynote —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charliejnr38@gmail.com | Infinity Designs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