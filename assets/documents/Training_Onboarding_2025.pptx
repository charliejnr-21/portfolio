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Welcome &amp; Culture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Tools &amp; Systems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Compliance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Employee Training &amp; 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Technology Industry —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4114800"/>
            <a:ext cx="3044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FA0"/>
                </a:solidFill>
                <a:latin typeface="Calibri"/>
              </a:defRPr>
            </a:pPr>
            <a:r>
              <a:t>Prepared by Infinity Designs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Welcome &amp; Culture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Mission: Empower teams to build amazing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Values: Innovation, Customer First, Transparency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Principles: Async-first, deep work, radical candor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90-day journey: Learn → Contribute → Lead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Tools &amp;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Slack for communication, Jira for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GitHub for code, Figma for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CI/CD pipeline for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All credentials from IT on Day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SOC2 training within 14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2FA on all accounts mandatory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Report security incidents immediately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Annual cybersecurity refresher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Metrics —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387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387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$12M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131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419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419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152+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195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483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Satisfaction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483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97%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Employee Training &amp; Onboarding —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5276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+20%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85/100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95/100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FA0"/>
                </a:solidFill>
                <a:latin typeface="Calibri"/>
              </a:defRPr>
            </a:pPr>
            <a:r>
              <a:t>charliejnr38@gmail.com | Infinity Designs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