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Strategic Vision with real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Market Analysis with real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Three Pillars with real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Corporate Strategy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Calibri"/>
              </a:defRPr>
            </a:pPr>
            <a:r>
              <a:t>Consulting Industry — 2024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4114800"/>
            <a:ext cx="3044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FA0"/>
                </a:solidFill>
                <a:latin typeface="Calibri"/>
              </a:defRPr>
            </a:pPr>
            <a:r>
              <a:t>Prepared by Infinity Designs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Strategic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North Star: #1 management consulting firm in West Africa by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Revenue target: $50M by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NPS target: 85+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5-country expansion by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Market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African consulting market: $8.4B at 18% CAGR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Digital transformation consulting fastest segment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Local content requirements creating opportunities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Three Pillars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Digital Advisory: AI-augmented consulting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ESG Consulting: Sustainability reporting &amp;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Public Sector: Government digital transformation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Metrics — 2024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099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3875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3875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$4M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131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4196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4196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31%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372+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9195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4835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Satisfaction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4835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90%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Corporate Strategy Presentation —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5276" y="137160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+20%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+14%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Quality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85/100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95/100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+10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FA0"/>
                </a:solidFill>
                <a:latin typeface="Calibri"/>
              </a:defRPr>
            </a:pPr>
            <a:r>
              <a:t>charliejnr38@gmail.com | Infinity Designs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